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1828800"/>
            <a:ext cx="10728655" cy="1371600"/>
          </a:xfrm>
        </p:spPr>
        <p:txBody>
          <a:bodyPr/>
          <a:lstStyle/>
          <a:p>
            <a:r>
              <a:t>Belief-based PPO in skrl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474720"/>
            <a:ext cx="10728655" cy="1645920"/>
          </a:xfrm>
        </p:spPr>
        <p:txBody>
          <a:bodyPr/>
          <a:lstStyle/>
          <a:p>
            <a:r>
              <a:t>How BeliefPPO changes the PPO pipeline, plus status of the Transformer-policy workstream</a:t>
            </a:r>
          </a:p>
          <a:p>
            <a:r>
              <a:t>branch feature/belief-pomdp-manipulation · 2026-10-10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82880"/>
            <a:ext cx="11460175" cy="914400"/>
          </a:xfrm>
        </p:spPr>
        <p:txBody>
          <a:bodyPr/>
          <a:lstStyle/>
          <a:p>
            <a:pPr>
              <a:defRPr sz="3000"/>
            </a:pPr>
            <a:r>
              <a:t>Why a belief?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280160"/>
            <a:ext cx="11094415" cy="5212080"/>
          </a:xfrm>
        </p:spPr>
        <p:txBody>
          <a:bodyPr/>
          <a:lstStyle/>
          <a:p>
            <a:pPr>
              <a:defRPr sz="2000"/>
            </a:pPr>
            <a:r>
              <a:t>POMDP: the policy cannot see part of the state (contact, object pose, velocities)</a:t>
            </a:r>
          </a:p>
          <a:p>
            <a:pPr>
              <a:defRPr sz="2000"/>
            </a:pPr>
            <a:r>
              <a:t>Wirnshofer et al., RSS 2020: act on the belief, not on the raw observation</a:t>
            </a:r>
          </a:p>
          <a:p>
            <a:pPr lvl="1">
              <a:defRPr sz="1700"/>
            </a:pPr>
            <a:r>
              <a:t>Particle filter, NP particles: predict(a) → update(o) → resample</a:t>
            </a:r>
          </a:p>
          <a:p>
            <a:pPr lvl="1">
              <a:defRPr sz="1700"/>
            </a:pPr>
            <a:r>
              <a:t>Compress to an NG-component GMM: b̃ = [weights | means | log-diag-covs]</a:t>
            </a:r>
          </a:p>
          <a:p>
            <a:pPr lvl="1">
              <a:defRPr sz="1700"/>
            </a:pPr>
            <a:r>
              <a:t>dim(b̃) = NG + 2·NG·d   (CartPole: NG=2, d=4 → 18)</a:t>
            </a:r>
          </a:p>
          <a:p>
            <a:pPr>
              <a:defRPr sz="2000"/>
            </a:pPr>
            <a:r>
              <a:t>BeliefDQN existed already. This session adds BeliefPPO, the on-policy version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82880"/>
            <a:ext cx="11460175" cy="822960"/>
          </a:xfrm>
        </p:spPr>
        <p:txBody>
          <a:bodyPr/>
          <a:lstStyle/>
          <a:p>
            <a:pPr>
              <a:defRPr sz="3000"/>
            </a:pPr>
            <a:r>
              <a:t>One environment step</a:t>
            </a:r>
          </a:p>
        </p:txBody>
      </p:sp>
      <p:pic>
        <p:nvPicPr>
          <p:cNvPr id="3" name="Picture 2" descr="01_step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11643054" cy="40465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093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act() uses b̃_t from the previous step; record_transition() advances the filter to b̃_{t+1}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82880"/>
            <a:ext cx="11460175" cy="822960"/>
          </a:xfrm>
        </p:spPr>
        <p:txBody>
          <a:bodyPr/>
          <a:lstStyle/>
          <a:p>
            <a:pPr>
              <a:defRPr sz="3000"/>
            </a:pPr>
            <a:r>
              <a:t>PPO update on beliefs</a:t>
            </a:r>
          </a:p>
        </p:txBody>
      </p:sp>
      <p:pic>
        <p:nvPicPr>
          <p:cNvPr id="3" name="Picture 2" descr="02_ppo_upd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6184" y="1051560"/>
            <a:ext cx="6159326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82880"/>
            <a:ext cx="11460175" cy="914400"/>
          </a:xfrm>
        </p:spPr>
        <p:txBody>
          <a:bodyPr/>
          <a:lstStyle/>
          <a:p>
            <a:pPr>
              <a:defRPr sz="3000"/>
            </a:pPr>
            <a:r>
              <a:t>What changes compared with stock PPO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280160"/>
            <a:ext cx="11094415" cy="5212080"/>
          </a:xfrm>
        </p:spPr>
        <p:txBody>
          <a:bodyPr/>
          <a:lstStyle/>
          <a:p>
            <a:pPr>
              <a:defRPr sz="2000"/>
            </a:pPr>
            <a:r>
              <a:t>Network input: b̃ instead of the env observation; memory stores beliefs, not obs</a:t>
            </a:r>
          </a:p>
          <a:p>
            <a:pPr>
              <a:defRPr sz="2000"/>
            </a:pPr>
            <a:r>
              <a:t>GAE bootstrap: V(b̃_{t+1}) taken from the filter after the last transition</a:t>
            </a:r>
          </a:p>
          <a:p>
            <a:pPr>
              <a:defRPr sz="2000"/>
            </a:pPr>
            <a:r>
              <a:t>Episode reset: cfg.belief_prior_fn(o₀) re-seeds the particles on the first act() after a done</a:t>
            </a:r>
          </a:p>
          <a:p>
            <a:pPr>
              <a:defRPr sz="2000"/>
            </a:pPr>
            <a:r>
              <a:t>Unchanged: compute_gae, clipped surrogate, value clip, KL early stop, AMP, LR scheduler (reused from PPO)</a:t>
            </a:r>
          </a:p>
          <a:p>
            <a:pPr>
              <a:defRPr sz="2000"/>
            </a:pPr>
            <a:r>
              <a:t>Default nets: ResNet trunk (paper §V-A), Categorical policy over NC controllers + value</a:t>
            </a:r>
          </a:p>
          <a:p>
            <a:pPr>
              <a:defRPr sz="2000"/>
            </a:pPr>
            <a:r>
              <a:t>Limit: one filter → num_envs = 1. For massively parallel Isaac Lab use pattern B</a:t>
            </a:r>
          </a:p>
          <a:p>
            <a:pPr>
              <a:defRPr sz="2000"/>
            </a:pPr>
            <a:r>
              <a:t>Perf fix: act() reuses b̃ from record_transition() (a second GMM EM per step was ~5× slower)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82880"/>
            <a:ext cx="11460175" cy="822960"/>
          </a:xfrm>
        </p:spPr>
        <p:txBody>
          <a:bodyPr/>
          <a:lstStyle/>
          <a:p>
            <a:pPr>
              <a:defRPr sz="3000"/>
            </a:pPr>
            <a:r>
              <a:t>Where the filter lives</a:t>
            </a:r>
          </a:p>
        </p:txBody>
      </p:sp>
      <p:pic>
        <p:nvPicPr>
          <p:cNvPr id="3" name="Picture 2" descr="03_patte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072" y="1051560"/>
            <a:ext cx="6647551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82880"/>
            <a:ext cx="11460175" cy="822960"/>
          </a:xfrm>
        </p:spPr>
        <p:txBody>
          <a:bodyPr/>
          <a:lstStyle/>
          <a:p>
            <a:pPr>
              <a:defRPr sz="3000"/>
            </a:pPr>
            <a:r>
              <a:t>Smoke test: CartPole POMDP, 20k steps</a:t>
            </a:r>
          </a:p>
        </p:txBody>
      </p:sp>
      <p:pic>
        <p:nvPicPr>
          <p:cNvPr id="3" name="Picture 2" descr="04_smoke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660" y="1051560"/>
            <a:ext cx="9858375" cy="5257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093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Mean of last 10 logs: C BeliefPPO 239 · A wrapper+PPO 466 · raw-obs baseline 53 (max 500 / 500 / 110). One seed.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82880"/>
            <a:ext cx="11460175" cy="914400"/>
          </a:xfrm>
        </p:spPr>
        <p:txBody>
          <a:bodyPr/>
          <a:lstStyle/>
          <a:p>
            <a:pPr>
              <a:defRPr sz="3000"/>
            </a:pPr>
            <a:r>
              <a:t>Tests and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280160"/>
            <a:ext cx="11094415" cy="5212080"/>
          </a:xfrm>
        </p:spPr>
        <p:txBody>
          <a:bodyPr/>
          <a:lstStyle/>
          <a:p>
            <a:pPr>
              <a:defRPr sz="2000"/>
            </a:pPr>
            <a:r>
              <a:t>tests/agents/torch/test_belief_ppo.py: 8 tests (shapes, memory holds b̃, update changes params, prior reset, num_envs guard)</a:t>
            </a:r>
          </a:p>
          <a:p>
            <a:pPr>
              <a:defRPr sz="2000"/>
            </a:pPr>
            <a:r>
              <a:t>Belief suite (filter, compression, BeliefDQN, BeliefPPO): 44 passed; transformer models: 6 passed</a:t>
            </a:r>
          </a:p>
          <a:p>
            <a:pPr>
              <a:defRPr sz="2000"/>
            </a:pPr>
            <a:r>
              <a:t>Both belief runs reach the 500 cap; the raw-obs baseline stalls at about 100, so the belief carries the hidden velocities</a:t>
            </a:r>
          </a:p>
          <a:p>
            <a:pPr>
              <a:defRPr sz="2000"/>
            </a:pPr>
            <a:r>
              <a:t>C is noisier than A late in training. Network and prior differ and there is one seed, so the gap is not established</a:t>
            </a:r>
          </a:p>
          <a:p>
            <a:pPr>
              <a:defRPr sz="2000"/>
            </a:pPr>
            <a:r>
              <a:t>Next: multi-seed C vs A with the same MLP, batched BeliefPPO / pattern B for Isaac Lab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82880"/>
            <a:ext cx="11460175" cy="822960"/>
          </a:xfrm>
        </p:spPr>
        <p:txBody>
          <a:bodyPr/>
          <a:lstStyle/>
          <a:p>
            <a:pPr>
              <a:defRPr sz="3000"/>
            </a:pPr>
            <a:r>
              <a:t>Transformer policies instead of MLPs</a:t>
            </a:r>
          </a:p>
        </p:txBody>
      </p:sp>
      <p:pic>
        <p:nvPicPr>
          <p:cNvPr id="3" name="Picture 2" descr="05_transformer_tru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11643055" cy="24017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093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One token per observation dimension + CLS. PPO on HalfCheetah-v5, InvertedPendulum-v5, InvertedDoublePendulum-v5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82880"/>
            <a:ext cx="11460175" cy="914400"/>
          </a:xfrm>
        </p:spPr>
        <p:txBody>
          <a:bodyPr/>
          <a:lstStyle/>
          <a:p>
            <a:pPr>
              <a:defRPr sz="3000"/>
            </a:pPr>
            <a:r>
              <a:t>Transformer smoke runs (8 envs, 1 seed, short)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280160"/>
            <a:ext cx="11094415" cy="5212080"/>
          </a:xfrm>
        </p:spPr>
        <p:txBody>
          <a:bodyPr/>
          <a:lstStyle/>
          <a:p>
            <a:pPr>
              <a:defRPr sz="2000"/>
            </a:pPr>
            <a:r>
              <a:t>InvertedPendulum-v5, 20k steps: transformer 43 · MLP 119 (final mean return)</a:t>
            </a:r>
          </a:p>
          <a:p>
            <a:pPr>
              <a:defRPr sz="2000"/>
            </a:pPr>
            <a:r>
              <a:t>InvertedDoublePendulum-v5, 20k steps: transformer 82</a:t>
            </a:r>
          </a:p>
          <a:p>
            <a:pPr>
              <a:defRPr sz="2000"/>
            </a:pPr>
            <a:r>
              <a:t>HalfCheetah-v5, 50k steps: transformer −287 (still learning)</a:t>
            </a:r>
          </a:p>
          <a:p>
            <a:pPr>
              <a:defRPr sz="2000"/>
            </a:pPr>
            <a:r>
              <a:t>Far too short to compare architectures; the transformer runs about 2× slower per step</a:t>
            </a:r>
          </a:p>
          <a:p>
            <a:pPr>
              <a:defRPr sz="2000"/>
            </a:pPr>
            <a:r>
              <a:t>No triple-pendulum env exists in gymnasium; it needs a custom MJCF</a:t>
            </a:r>
          </a:p>
          <a:p>
            <a:pPr>
              <a:defRPr sz="2000"/>
            </a:pPr>
            <a:r>
              <a:t>Next: ≥1M-step runs, multi-seed transformer vs MLP; feed b̃ tokens (per GMM component) to the transformer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